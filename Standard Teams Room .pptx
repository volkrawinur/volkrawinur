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2" r:id="rId6"/>
    <p:sldId id="408" r:id="rId7"/>
    <p:sldId id="270" r:id="rId8"/>
    <p:sldId id="402" r:id="rId9"/>
    <p:sldId id="403" r:id="rId10"/>
    <p:sldId id="404" r:id="rId11"/>
    <p:sldId id="405" r:id="rId12"/>
    <p:sldId id="406" r:id="rId13"/>
    <p:sldId id="407" r:id="rId14"/>
    <p:sldId id="341" r:id="rId15"/>
    <p:sldId id="409" r:id="rId16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 snapToGrid="0">
      <p:cViewPr>
        <p:scale>
          <a:sx n="52" d="100"/>
          <a:sy n="52" d="100"/>
        </p:scale>
        <p:origin x="1272" y="2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nyapon Sae-Chou" userId="e9f90a91-d4b0-4896-a058-ce4a361b9b11" providerId="ADAL" clId="{93C13563-7A9F-4A92-86E9-ECF209CDB389}"/>
    <pc:docChg chg="undo custSel addSld modSld">
      <pc:chgData name="Punyapon Sae-Chou" userId="e9f90a91-d4b0-4896-a058-ce4a361b9b11" providerId="ADAL" clId="{93C13563-7A9F-4A92-86E9-ECF209CDB389}" dt="2024-04-10T08:39:11.965" v="361" actId="14100"/>
      <pc:docMkLst>
        <pc:docMk/>
      </pc:docMkLst>
      <pc:sldChg chg="addSp delSp modSp add mod">
        <pc:chgData name="Punyapon Sae-Chou" userId="e9f90a91-d4b0-4896-a058-ce4a361b9b11" providerId="ADAL" clId="{93C13563-7A9F-4A92-86E9-ECF209CDB389}" dt="2024-04-10T08:39:11.965" v="361" actId="14100"/>
        <pc:sldMkLst>
          <pc:docMk/>
          <pc:sldMk cId="2027984182" sldId="409"/>
        </pc:sldMkLst>
        <pc:spChg chg="add mod">
          <ac:chgData name="Punyapon Sae-Chou" userId="e9f90a91-d4b0-4896-a058-ce4a361b9b11" providerId="ADAL" clId="{93C13563-7A9F-4A92-86E9-ECF209CDB389}" dt="2024-04-10T08:39:04.103" v="360" actId="1038"/>
          <ac:spMkLst>
            <pc:docMk/>
            <pc:sldMk cId="2027984182" sldId="409"/>
            <ac:spMk id="3" creationId="{8A471519-9653-4D6E-EBE2-2FC3B1C5CB0A}"/>
          </ac:spMkLst>
        </pc:spChg>
        <pc:spChg chg="add mod">
          <ac:chgData name="Punyapon Sae-Chou" userId="e9f90a91-d4b0-4896-a058-ce4a361b9b11" providerId="ADAL" clId="{93C13563-7A9F-4A92-86E9-ECF209CDB389}" dt="2024-04-10T08:39:04.103" v="360" actId="1038"/>
          <ac:spMkLst>
            <pc:docMk/>
            <pc:sldMk cId="2027984182" sldId="409"/>
            <ac:spMk id="4" creationId="{361DC8A2-4E25-A4F5-0D6D-9C097DAF5996}"/>
          </ac:spMkLst>
        </pc:spChg>
        <pc:spChg chg="add mod">
          <ac:chgData name="Punyapon Sae-Chou" userId="e9f90a91-d4b0-4896-a058-ce4a361b9b11" providerId="ADAL" clId="{93C13563-7A9F-4A92-86E9-ECF209CDB389}" dt="2024-04-10T08:36:30.215" v="336" actId="1035"/>
          <ac:spMkLst>
            <pc:docMk/>
            <pc:sldMk cId="2027984182" sldId="409"/>
            <ac:spMk id="5" creationId="{4F70B307-9875-7A47-AF41-3E5B27C9D8A5}"/>
          </ac:spMkLst>
        </pc:spChg>
        <pc:spChg chg="add mod">
          <ac:chgData name="Punyapon Sae-Chou" userId="e9f90a91-d4b0-4896-a058-ce4a361b9b11" providerId="ADAL" clId="{93C13563-7A9F-4A92-86E9-ECF209CDB389}" dt="2024-04-10T08:34:52.580" v="295" actId="1037"/>
          <ac:spMkLst>
            <pc:docMk/>
            <pc:sldMk cId="2027984182" sldId="409"/>
            <ac:spMk id="6" creationId="{8409ABFE-32E8-3326-E94B-2B46EE0DA9C0}"/>
          </ac:spMkLst>
        </pc:spChg>
        <pc:spChg chg="mod">
          <ac:chgData name="Punyapon Sae-Chou" userId="e9f90a91-d4b0-4896-a058-ce4a361b9b11" providerId="ADAL" clId="{93C13563-7A9F-4A92-86E9-ECF209CDB389}" dt="2024-04-10T08:22:00.006" v="28" actId="20577"/>
          <ac:spMkLst>
            <pc:docMk/>
            <pc:sldMk cId="2027984182" sldId="409"/>
            <ac:spMk id="8" creationId="{A57DC975-A88E-49E2-A684-CE8C45337957}"/>
          </ac:spMkLst>
        </pc:spChg>
        <pc:spChg chg="add mod">
          <ac:chgData name="Punyapon Sae-Chou" userId="e9f90a91-d4b0-4896-a058-ce4a361b9b11" providerId="ADAL" clId="{93C13563-7A9F-4A92-86E9-ECF209CDB389}" dt="2024-04-10T08:34:52.580" v="295" actId="1037"/>
          <ac:spMkLst>
            <pc:docMk/>
            <pc:sldMk cId="2027984182" sldId="409"/>
            <ac:spMk id="10" creationId="{9BF74736-9E3A-F73A-47F5-B1ACC4C00C80}"/>
          </ac:spMkLst>
        </pc:spChg>
        <pc:spChg chg="del">
          <ac:chgData name="Punyapon Sae-Chou" userId="e9f90a91-d4b0-4896-a058-ce4a361b9b11" providerId="ADAL" clId="{93C13563-7A9F-4A92-86E9-ECF209CDB389}" dt="2024-04-10T08:22:03.926" v="29" actId="478"/>
          <ac:spMkLst>
            <pc:docMk/>
            <pc:sldMk cId="2027984182" sldId="409"/>
            <ac:spMk id="11" creationId="{5A38C335-BD30-4B20-8028-2518FAAC22D4}"/>
          </ac:spMkLst>
        </pc:spChg>
        <pc:spChg chg="del">
          <ac:chgData name="Punyapon Sae-Chou" userId="e9f90a91-d4b0-4896-a058-ce4a361b9b11" providerId="ADAL" clId="{93C13563-7A9F-4A92-86E9-ECF209CDB389}" dt="2024-04-10T08:22:07.262" v="31" actId="478"/>
          <ac:spMkLst>
            <pc:docMk/>
            <pc:sldMk cId="2027984182" sldId="409"/>
            <ac:spMk id="12" creationId="{1F4E2E53-EB8E-4B1C-B153-30AD21349778}"/>
          </ac:spMkLst>
        </pc:spChg>
        <pc:spChg chg="add mod">
          <ac:chgData name="Punyapon Sae-Chou" userId="e9f90a91-d4b0-4896-a058-ce4a361b9b11" providerId="ADAL" clId="{93C13563-7A9F-4A92-86E9-ECF209CDB389}" dt="2024-04-10T08:34:52.580" v="295" actId="1037"/>
          <ac:spMkLst>
            <pc:docMk/>
            <pc:sldMk cId="2027984182" sldId="409"/>
            <ac:spMk id="13" creationId="{E16AD143-E49F-96EC-273D-6569E5E13C61}"/>
          </ac:spMkLst>
        </pc:spChg>
        <pc:spChg chg="add mod">
          <ac:chgData name="Punyapon Sae-Chou" userId="e9f90a91-d4b0-4896-a058-ce4a361b9b11" providerId="ADAL" clId="{93C13563-7A9F-4A92-86E9-ECF209CDB389}" dt="2024-04-10T08:34:52.580" v="295" actId="1037"/>
          <ac:spMkLst>
            <pc:docMk/>
            <pc:sldMk cId="2027984182" sldId="409"/>
            <ac:spMk id="14" creationId="{EDC5C152-B0BC-F801-A0D9-C9FC2E05AE83}"/>
          </ac:spMkLst>
        </pc:spChg>
        <pc:graphicFrameChg chg="add del mod">
          <ac:chgData name="Punyapon Sae-Chou" userId="e9f90a91-d4b0-4896-a058-ce4a361b9b11" providerId="ADAL" clId="{93C13563-7A9F-4A92-86E9-ECF209CDB389}" dt="2024-04-10T08:23:35.860" v="37" actId="478"/>
          <ac:graphicFrameMkLst>
            <pc:docMk/>
            <pc:sldMk cId="2027984182" sldId="409"/>
            <ac:graphicFrameMk id="2" creationId="{C9ED57AF-277D-57F0-131C-BC42B3E6BAA2}"/>
          </ac:graphicFrameMkLst>
        </pc:graphicFrameChg>
        <pc:picChg chg="del">
          <ac:chgData name="Punyapon Sae-Chou" userId="e9f90a91-d4b0-4896-a058-ce4a361b9b11" providerId="ADAL" clId="{93C13563-7A9F-4A92-86E9-ECF209CDB389}" dt="2024-04-10T08:22:05.036" v="30" actId="478"/>
          <ac:picMkLst>
            <pc:docMk/>
            <pc:sldMk cId="2027984182" sldId="409"/>
            <ac:picMk id="7" creationId="{2FE9E51F-4176-443C-96A3-F391E7BC1A5A}"/>
          </ac:picMkLst>
        </pc:picChg>
        <pc:cxnChg chg="add mod">
          <ac:chgData name="Punyapon Sae-Chou" userId="e9f90a91-d4b0-4896-a058-ce4a361b9b11" providerId="ADAL" clId="{93C13563-7A9F-4A92-86E9-ECF209CDB389}" dt="2024-04-10T08:39:04.103" v="360" actId="1038"/>
          <ac:cxnSpMkLst>
            <pc:docMk/>
            <pc:sldMk cId="2027984182" sldId="409"/>
            <ac:cxnSpMk id="16" creationId="{C935F53C-FFAB-2FE7-3280-493F119464B0}"/>
          </ac:cxnSpMkLst>
        </pc:cxnChg>
        <pc:cxnChg chg="add del mod">
          <ac:chgData name="Punyapon Sae-Chou" userId="e9f90a91-d4b0-4896-a058-ce4a361b9b11" providerId="ADAL" clId="{93C13563-7A9F-4A92-86E9-ECF209CDB389}" dt="2024-04-10T08:33:58.509" v="227" actId="478"/>
          <ac:cxnSpMkLst>
            <pc:docMk/>
            <pc:sldMk cId="2027984182" sldId="409"/>
            <ac:cxnSpMk id="18" creationId="{CE527AFF-E6B3-2295-910C-481614A18570}"/>
          </ac:cxnSpMkLst>
        </pc:cxnChg>
        <pc:cxnChg chg="add mod">
          <ac:chgData name="Punyapon Sae-Chou" userId="e9f90a91-d4b0-4896-a058-ce4a361b9b11" providerId="ADAL" clId="{93C13563-7A9F-4A92-86E9-ECF209CDB389}" dt="2024-04-10T08:39:04.103" v="360" actId="1038"/>
          <ac:cxnSpMkLst>
            <pc:docMk/>
            <pc:sldMk cId="2027984182" sldId="409"/>
            <ac:cxnSpMk id="27" creationId="{883DEC04-742E-2DEE-2837-0300000ACD4A}"/>
          </ac:cxnSpMkLst>
        </pc:cxnChg>
        <pc:cxnChg chg="add mod">
          <ac:chgData name="Punyapon Sae-Chou" userId="e9f90a91-d4b0-4896-a058-ce4a361b9b11" providerId="ADAL" clId="{93C13563-7A9F-4A92-86E9-ECF209CDB389}" dt="2024-04-10T08:39:11.965" v="361" actId="14100"/>
          <ac:cxnSpMkLst>
            <pc:docMk/>
            <pc:sldMk cId="2027984182" sldId="409"/>
            <ac:cxnSpMk id="29" creationId="{D0169ECF-E1F8-4E29-05AB-DF14AF631988}"/>
          </ac:cxnSpMkLst>
        </pc:cxnChg>
        <pc:cxnChg chg="add mod">
          <ac:chgData name="Punyapon Sae-Chou" userId="e9f90a91-d4b0-4896-a058-ce4a361b9b11" providerId="ADAL" clId="{93C13563-7A9F-4A92-86E9-ECF209CDB389}" dt="2024-04-10T08:38:31.252" v="345" actId="14100"/>
          <ac:cxnSpMkLst>
            <pc:docMk/>
            <pc:sldMk cId="2027984182" sldId="409"/>
            <ac:cxnSpMk id="36" creationId="{7DD0B8D3-4C1B-D204-6AA9-EAB9BBD750EB}"/>
          </ac:cxnSpMkLst>
        </pc:cxnChg>
        <pc:cxnChg chg="add">
          <ac:chgData name="Punyapon Sae-Chou" userId="e9f90a91-d4b0-4896-a058-ce4a361b9b11" providerId="ADAL" clId="{93C13563-7A9F-4A92-86E9-ECF209CDB389}" dt="2024-04-10T08:37:45.553" v="338" actId="11529"/>
          <ac:cxnSpMkLst>
            <pc:docMk/>
            <pc:sldMk cId="2027984182" sldId="409"/>
            <ac:cxnSpMk id="38" creationId="{222A2CA0-DF3D-83AE-BC29-1ACF0EECE51D}"/>
          </ac:cxnSpMkLst>
        </pc:cxnChg>
        <pc:cxnChg chg="add">
          <ac:chgData name="Punyapon Sae-Chou" userId="e9f90a91-d4b0-4896-a058-ce4a361b9b11" providerId="ADAL" clId="{93C13563-7A9F-4A92-86E9-ECF209CDB389}" dt="2024-04-10T08:37:57.687" v="339" actId="11529"/>
          <ac:cxnSpMkLst>
            <pc:docMk/>
            <pc:sldMk cId="2027984182" sldId="409"/>
            <ac:cxnSpMk id="40" creationId="{7F409155-0AAD-C294-3E25-2722E2DBCB2F}"/>
          </ac:cxnSpMkLst>
        </pc:cxnChg>
        <pc:cxnChg chg="add mod">
          <ac:chgData name="Punyapon Sae-Chou" userId="e9f90a91-d4b0-4896-a058-ce4a361b9b11" providerId="ADAL" clId="{93C13563-7A9F-4A92-86E9-ECF209CDB389}" dt="2024-04-10T08:38:14.256" v="343" actId="14100"/>
          <ac:cxnSpMkLst>
            <pc:docMk/>
            <pc:sldMk cId="2027984182" sldId="409"/>
            <ac:cxnSpMk id="42" creationId="{64C714CA-6DFE-326E-265C-93EA183F87C5}"/>
          </ac:cxnSpMkLst>
        </pc:cxnChg>
        <pc:cxnChg chg="add del">
          <ac:chgData name="Punyapon Sae-Chou" userId="e9f90a91-d4b0-4896-a058-ce4a361b9b11" providerId="ADAL" clId="{93C13563-7A9F-4A92-86E9-ECF209CDB389}" dt="2024-04-10T08:38:09.612" v="342" actId="11529"/>
          <ac:cxnSpMkLst>
            <pc:docMk/>
            <pc:sldMk cId="2027984182" sldId="409"/>
            <ac:cxnSpMk id="44" creationId="{A2B62BEA-FFEA-4AE8-7CD0-45786E7F75B8}"/>
          </ac:cxnSpMkLst>
        </pc:cxnChg>
        <pc:cxnChg chg="add">
          <ac:chgData name="Punyapon Sae-Chou" userId="e9f90a91-d4b0-4896-a058-ce4a361b9b11" providerId="ADAL" clId="{93C13563-7A9F-4A92-86E9-ECF209CDB389}" dt="2024-04-10T08:38:26.380" v="344" actId="11529"/>
          <ac:cxnSpMkLst>
            <pc:docMk/>
            <pc:sldMk cId="2027984182" sldId="409"/>
            <ac:cxnSpMk id="47" creationId="{00A03EA7-54D3-3578-94D1-9F75EA655852}"/>
          </ac:cxnSpMkLst>
        </pc:cxnChg>
      </pc:sldChg>
    </pc:docChg>
  </pc:docChgLst>
  <pc:docChgLst>
    <pc:chgData name="Kunanake Lueprasert" userId="952a3c04-cb95-4b1e-81ab-f5e8e3fbf702" providerId="ADAL" clId="{FFEF9352-31EE-454D-9119-C5CB8E9C0E91}"/>
    <pc:docChg chg="undo modSld">
      <pc:chgData name="Kunanake Lueprasert" userId="952a3c04-cb95-4b1e-81ab-f5e8e3fbf702" providerId="ADAL" clId="{FFEF9352-31EE-454D-9119-C5CB8E9C0E91}" dt="2024-03-15T03:09:24.022" v="35" actId="20577"/>
      <pc:docMkLst>
        <pc:docMk/>
      </pc:docMkLst>
      <pc:sldChg chg="modSp">
        <pc:chgData name="Kunanake Lueprasert" userId="952a3c04-cb95-4b1e-81ab-f5e8e3fbf702" providerId="ADAL" clId="{FFEF9352-31EE-454D-9119-C5CB8E9C0E91}" dt="2024-03-15T02:57:20.667" v="0"/>
        <pc:sldMkLst>
          <pc:docMk/>
          <pc:sldMk cId="2795451576" sldId="405"/>
        </pc:sldMkLst>
        <pc:spChg chg="mod">
          <ac:chgData name="Kunanake Lueprasert" userId="952a3c04-cb95-4b1e-81ab-f5e8e3fbf702" providerId="ADAL" clId="{FFEF9352-31EE-454D-9119-C5CB8E9C0E91}" dt="2024-03-15T02:57:20.667" v="0"/>
          <ac:spMkLst>
            <pc:docMk/>
            <pc:sldMk cId="2795451576" sldId="405"/>
            <ac:spMk id="10" creationId="{51CE9E60-5BF4-40C8-BD39-D1CC1FD2E36B}"/>
          </ac:spMkLst>
        </pc:spChg>
      </pc:sldChg>
      <pc:sldChg chg="modSp">
        <pc:chgData name="Kunanake Lueprasert" userId="952a3c04-cb95-4b1e-81ab-f5e8e3fbf702" providerId="ADAL" clId="{FFEF9352-31EE-454D-9119-C5CB8E9C0E91}" dt="2024-03-15T03:09:24.022" v="35" actId="20577"/>
        <pc:sldMkLst>
          <pc:docMk/>
          <pc:sldMk cId="3556396791" sldId="406"/>
        </pc:sldMkLst>
        <pc:spChg chg="mod">
          <ac:chgData name="Kunanake Lueprasert" userId="952a3c04-cb95-4b1e-81ab-f5e8e3fbf702" providerId="ADAL" clId="{FFEF9352-31EE-454D-9119-C5CB8E9C0E91}" dt="2024-03-15T03:09:24.022" v="35" actId="20577"/>
          <ac:spMkLst>
            <pc:docMk/>
            <pc:sldMk cId="3556396791" sldId="406"/>
            <ac:spMk id="7" creationId="{06659B48-9A38-4B81-AA5A-52C0778923EB}"/>
          </ac:spMkLst>
        </pc:spChg>
        <pc:picChg chg="mod">
          <ac:chgData name="Kunanake Lueprasert" userId="952a3c04-cb95-4b1e-81ab-f5e8e3fbf702" providerId="ADAL" clId="{FFEF9352-31EE-454D-9119-C5CB8E9C0E91}" dt="2024-03-15T03:05:45.965" v="30" actId="1076"/>
          <ac:picMkLst>
            <pc:docMk/>
            <pc:sldMk cId="3556396791" sldId="406"/>
            <ac:picMk id="1026" creationId="{2CF548E3-0809-4906-816C-920A5DC85AAA}"/>
          </ac:picMkLst>
        </pc:picChg>
      </pc:sldChg>
    </pc:docChg>
  </pc:docChgLst>
  <pc:docChgLst>
    <pc:chgData name="Kunanake Lueprasert" userId="952a3c04-cb95-4b1e-81ab-f5e8e3fbf702" providerId="ADAL" clId="{44AA8E94-EE0F-4259-A9B1-F5907CE4DFF9}"/>
    <pc:docChg chg="modSld">
      <pc:chgData name="Kunanake Lueprasert" userId="952a3c04-cb95-4b1e-81ab-f5e8e3fbf702" providerId="ADAL" clId="{44AA8E94-EE0F-4259-A9B1-F5907CE4DFF9}" dt="2024-03-14T10:19:13.592" v="83" actId="14100"/>
      <pc:docMkLst>
        <pc:docMk/>
      </pc:docMkLst>
      <pc:sldChg chg="addSp delSp modSp">
        <pc:chgData name="Kunanake Lueprasert" userId="952a3c04-cb95-4b1e-81ab-f5e8e3fbf702" providerId="ADAL" clId="{44AA8E94-EE0F-4259-A9B1-F5907CE4DFF9}" dt="2024-03-14T10:19:13.592" v="83" actId="14100"/>
        <pc:sldMkLst>
          <pc:docMk/>
          <pc:sldMk cId="2566842354" sldId="408"/>
        </pc:sldMkLst>
        <pc:spChg chg="add del mod">
          <ac:chgData name="Kunanake Lueprasert" userId="952a3c04-cb95-4b1e-81ab-f5e8e3fbf702" providerId="ADAL" clId="{44AA8E94-EE0F-4259-A9B1-F5907CE4DFF9}" dt="2024-03-14T10:17:29.921" v="16" actId="11529"/>
          <ac:spMkLst>
            <pc:docMk/>
            <pc:sldMk cId="2566842354" sldId="408"/>
            <ac:spMk id="12" creationId="{AA4429AA-7D82-48D7-90FC-843C9C486EB2}"/>
          </ac:spMkLst>
        </pc:spChg>
        <pc:spChg chg="add mod">
          <ac:chgData name="Kunanake Lueprasert" userId="952a3c04-cb95-4b1e-81ab-f5e8e3fbf702" providerId="ADAL" clId="{44AA8E94-EE0F-4259-A9B1-F5907CE4DFF9}" dt="2024-03-14T10:18:40.393" v="63" actId="113"/>
          <ac:spMkLst>
            <pc:docMk/>
            <pc:sldMk cId="2566842354" sldId="408"/>
            <ac:spMk id="17" creationId="{07849773-F873-498B-9030-6A87973CB618}"/>
          </ac:spMkLst>
        </pc:spChg>
        <pc:spChg chg="add mod">
          <ac:chgData name="Kunanake Lueprasert" userId="952a3c04-cb95-4b1e-81ab-f5e8e3fbf702" providerId="ADAL" clId="{44AA8E94-EE0F-4259-A9B1-F5907CE4DFF9}" dt="2024-03-14T10:19:00.310" v="79" actId="1076"/>
          <ac:spMkLst>
            <pc:docMk/>
            <pc:sldMk cId="2566842354" sldId="408"/>
            <ac:spMk id="18" creationId="{3045C9F9-6538-4357-BF73-E594CD01A002}"/>
          </ac:spMkLst>
        </pc:spChg>
        <pc:picChg chg="mod">
          <ac:chgData name="Kunanake Lueprasert" userId="952a3c04-cb95-4b1e-81ab-f5e8e3fbf702" providerId="ADAL" clId="{44AA8E94-EE0F-4259-A9B1-F5907CE4DFF9}" dt="2024-03-14T09:55:47.765" v="3" actId="1076"/>
          <ac:picMkLst>
            <pc:docMk/>
            <pc:sldMk cId="2566842354" sldId="408"/>
            <ac:picMk id="7" creationId="{E80EECAB-03BC-4CBA-9805-7A854C9B1263}"/>
          </ac:picMkLst>
        </pc:picChg>
        <pc:picChg chg="add mod">
          <ac:chgData name="Kunanake Lueprasert" userId="952a3c04-cb95-4b1e-81ab-f5e8e3fbf702" providerId="ADAL" clId="{44AA8E94-EE0F-4259-A9B1-F5907CE4DFF9}" dt="2024-03-14T10:17:04.883" v="7" actId="1035"/>
          <ac:picMkLst>
            <pc:docMk/>
            <pc:sldMk cId="2566842354" sldId="408"/>
            <ac:picMk id="9" creationId="{AA3067F7-01F1-464E-A116-48D04BE32568}"/>
          </ac:picMkLst>
        </pc:picChg>
        <pc:picChg chg="add mod">
          <ac:chgData name="Kunanake Lueprasert" userId="952a3c04-cb95-4b1e-81ab-f5e8e3fbf702" providerId="ADAL" clId="{44AA8E94-EE0F-4259-A9B1-F5907CE4DFF9}" dt="2024-03-14T10:19:10.673" v="82" actId="1076"/>
          <ac:picMkLst>
            <pc:docMk/>
            <pc:sldMk cId="2566842354" sldId="408"/>
            <ac:picMk id="11" creationId="{6CFD2416-B673-4A09-AB21-33F9271E066B}"/>
          </ac:picMkLst>
        </pc:picChg>
        <pc:cxnChg chg="add mod">
          <ac:chgData name="Kunanake Lueprasert" userId="952a3c04-cb95-4b1e-81ab-f5e8e3fbf702" providerId="ADAL" clId="{44AA8E94-EE0F-4259-A9B1-F5907CE4DFF9}" dt="2024-03-14T10:19:13.592" v="83" actId="14100"/>
          <ac:cxnSpMkLst>
            <pc:docMk/>
            <pc:sldMk cId="2566842354" sldId="408"/>
            <ac:cxnSpMk id="14" creationId="{4B6DA3A2-B85D-4E7A-BD0E-19A54948BE1B}"/>
          </ac:cxnSpMkLst>
        </pc:cxnChg>
        <pc:cxnChg chg="add mod">
          <ac:chgData name="Kunanake Lueprasert" userId="952a3c04-cb95-4b1e-81ab-f5e8e3fbf702" providerId="ADAL" clId="{44AA8E94-EE0F-4259-A9B1-F5907CE4DFF9}" dt="2024-03-14T10:19:02.983" v="80" actId="14100"/>
          <ac:cxnSpMkLst>
            <pc:docMk/>
            <pc:sldMk cId="2566842354" sldId="408"/>
            <ac:cxnSpMk id="15" creationId="{D146740F-4DDB-489A-91FD-8C5C2EC35B7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0A39-29AA-4357-88FC-E9AC977DD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4A58-C8E6-477A-A29F-EFF25435F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25866-7BE5-46C1-8816-E18450FA0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B3CD2-C359-4264-9B89-8C904A6F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7725C-6821-4DCE-BB0D-D4636EDA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58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7F851-8DEC-40BD-96AA-60175E463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2957-D5A9-46B0-94D0-5F664D482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FA718-1C98-432E-B81C-BAC3D66F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4BF7E-8699-427B-B8B0-77BE07DF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0CDE-9891-480C-88B1-EBD28EBC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3418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DB69-7F0F-4073-AB95-946DB1A3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4EB0-E89F-4D90-87DB-F6E78FFC7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0665A-2022-43BD-B3DE-CC1A66D38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AB31-158F-4D5F-8BEA-B41BEFB3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1D334-948F-4C61-8D11-80E23EDE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73404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04F5-06DA-4651-9DF8-24E171AD2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F0804-300B-456A-836F-0DD58E653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E860B-73CD-4476-AAC7-5230BCB32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29C61-F1CF-4074-A965-2B256CDE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73F58-76CC-46F5-A3FE-662E3CA61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D950E-D31B-4B5C-8119-2A910C7E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0433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C440-7906-4922-8CA2-870BBB6D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B3E2D-0615-4822-BB53-4EA9155B5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07451-798F-4F51-A9FD-9CE651090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25DB6-A53C-4EC4-B0E8-3674261F4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A8199-0759-4080-A4BA-E68AB5E24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735C3-D695-43E5-AE33-A67A6775B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1F28BC-A2F0-47BC-9630-70659781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C4D19-9AE0-4913-9069-2893EA06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945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91B7-9694-4A55-8CAC-A42C3614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FBD44D-59F8-475C-987B-53B51115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18AA7F-BB26-4875-961D-4A20ADF5A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D42A8-93BB-4631-8391-993EF5D0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5602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77CFC-5CDC-4D63-9640-0DC8291C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F6263-C0DB-4FDD-8569-F65F427E4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239FF-E4CC-44DE-913D-79215085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430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663A-DA3C-4466-979E-E13125FC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345A-9D23-402A-BD42-67123C68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30F58-731A-436A-8CD8-CC467DBC9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5B19C-684D-4B3F-B049-0399BD6B4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864F3-5839-4A35-8B03-4090648E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334A8-D80F-43CA-9083-98195BF4F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86176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CBBD-94EE-4A8F-9EE2-C2A76AC13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0FA264-5A22-4C1C-AC7E-35BB61938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CF53CA-C473-4BAC-B0D8-67B8BBC8E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54174-78B5-4229-B865-E83C0178B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60B0B-D48E-4C39-9C3E-75AAF45C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16606-220A-419C-B795-F0FBAC579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5446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1A683-3E2E-4293-87CD-EEA9DFA7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762ED-45EA-44AD-94FC-A667E9346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8B652-97F0-4F5F-8D8B-ABE2844F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BD116-3364-477D-B7EA-E04978D0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1D932-D845-439B-BB4B-301E12DD8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38514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45CAC-4ED2-4CF3-9DB2-2E139C59E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91C4E-7099-4543-99EA-F158AD6DF5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ADC7A-7CB4-4262-9C2B-76B0177F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2B6A3-3FFA-4D3C-B688-AB7D4C31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0A22-29D0-42A0-AB6F-3CC24525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116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43F3E6-4EB9-48D9-BD4C-EB5FF580F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9E3A3-001A-43CC-8F5E-855EE51CD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7F71C-D1E2-49E8-AA74-447D26D52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6C3AC-E97C-4865-A801-55CBF7B79079}" type="datetimeFigureOut">
              <a:rPr lang="th-TH" smtClean="0"/>
              <a:t>10/04/67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DCA9D-EAC6-4F50-B55F-4ABD996B7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879BC-6A9B-4D7B-9178-D0CC8283C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51D9D-F5A2-4A52-A595-88238755F33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0240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2.wdp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ogitech.com/assets/65592/rally-datasheet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ch.com/assets/65592/rally-datasheet.pdf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gitech.com/assets/65592/rally-datasheet.pdf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ailand.intel.com/content/www/th/th/support/products/233099/intel-nuc-13-pro-kit-nuc13anhi7.html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hyperlink" Target="https://www.logitech.com/content/dam/logitech/en/video-collaboration/pdf/tap.pdf" TargetMode="Externa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KmRm_NtVtvR9sTms-yBCSM3QRXXBAEYp/view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logitech.com/content/dam/logitech/en/video-collaboration/pdf/tap.pdf" TargetMode="External"/><Relationship Id="rId4" Type="http://schemas.openxmlformats.org/officeDocument/2006/relationships/hyperlink" Target="https://www.logitech.com/assets/65103/k400-professional-wireless-touch-keyboard-datasheet-emea.ENG.pdf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g-informationdisplay.com/product/digital-signage/standard/86UR640S-ASIA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D5C090E1-A83A-4E2D-896B-7DB78C276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819" y="5979473"/>
            <a:ext cx="3573780" cy="502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7CD1F9-E5E5-4BA9-8303-2D320FF8B65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44" t="32871" r="11174" b="40690"/>
          <a:stretch/>
        </p:blipFill>
        <p:spPr>
          <a:xfrm>
            <a:off x="6556974" y="129997"/>
            <a:ext cx="2964099" cy="709554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EBD399-4577-45C6-B3E9-BACB2B38A5CB}"/>
              </a:ext>
            </a:extLst>
          </p:cNvPr>
          <p:cNvCxnSpPr>
            <a:cxnSpLocks/>
          </p:cNvCxnSpPr>
          <p:nvPr/>
        </p:nvCxnSpPr>
        <p:spPr>
          <a:xfrm>
            <a:off x="9521073" y="129997"/>
            <a:ext cx="0" cy="908864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E769766-10E6-4C06-AFB6-2F19BF800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018" y="0"/>
            <a:ext cx="1719581" cy="110817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EDE69E5-50F3-43BD-9E04-B88609DB50F6}"/>
              </a:ext>
            </a:extLst>
          </p:cNvPr>
          <p:cNvSpPr/>
          <p:nvPr/>
        </p:nvSpPr>
        <p:spPr>
          <a:xfrm>
            <a:off x="274692" y="1688574"/>
            <a:ext cx="65901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 Teams Room </a:t>
            </a:r>
          </a:p>
          <a:p>
            <a:endParaRPr lang="en-US" sz="8000" b="1" i="0" dirty="0"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รูปภาพ 8">
            <a:extLst>
              <a:ext uri="{FF2B5EF4-FFF2-40B4-BE49-F238E27FC236}">
                <a16:creationId xmlns:a16="http://schemas.microsoft.com/office/drawing/2014/main" id="{219DFA6C-408D-4BFC-B77B-124E33BCC8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84" b="89921" l="4062" r="95767">
                        <a14:foregroundMark x1="9840" y1="10474" x2="4519" y2="13439"/>
                        <a14:foregroundMark x1="4519" y1="13439" x2="2288" y2="26877"/>
                        <a14:foregroundMark x1="2288" y1="26877" x2="6236" y2="40316"/>
                        <a14:foregroundMark x1="6236" y1="40316" x2="9783" y2="30435"/>
                        <a14:foregroundMark x1="9783" y1="30435" x2="9725" y2="15415"/>
                        <a14:foregroundMark x1="9725" y1="15415" x2="10126" y2="11265"/>
                        <a14:foregroundMark x1="89760" y1="10870" x2="94966" y2="17589"/>
                        <a14:foregroundMark x1="94966" y1="17589" x2="92563" y2="37945"/>
                        <a14:foregroundMark x1="92563" y1="37945" x2="90160" y2="20949"/>
                        <a14:foregroundMark x1="90160" y1="20949" x2="90446" y2="12846"/>
                        <a14:foregroundMark x1="93078" y1="12451" x2="93021" y2="29842"/>
                        <a14:foregroundMark x1="93021" y1="29842" x2="95767" y2="16008"/>
                        <a14:foregroundMark x1="95767" y1="16008" x2="93021" y2="12253"/>
                        <a14:foregroundMark x1="6465" y1="13636" x2="9096" y2="40909"/>
                        <a14:foregroundMark x1="9096" y1="40909" x2="4062" y2="28854"/>
                        <a14:foregroundMark x1="4062" y1="28854" x2="5549" y2="13043"/>
                        <a14:foregroundMark x1="20767" y1="56917" x2="20652" y2="73123"/>
                        <a14:foregroundMark x1="20652" y1="73123" x2="25973" y2="80040"/>
                        <a14:foregroundMark x1="25973" y1="80040" x2="30206" y2="80237"/>
                        <a14:foregroundMark x1="30206" y1="80237" x2="31178" y2="64822"/>
                        <a14:foregroundMark x1="31178" y1="64822" x2="25400" y2="55138"/>
                        <a14:foregroundMark x1="25400" y1="55138" x2="20824" y2="56126"/>
                        <a14:foregroundMark x1="20824" y1="56126" x2="20881" y2="55731"/>
                        <a14:foregroundMark x1="64703" y1="55138" x2="64416" y2="74111"/>
                        <a14:foregroundMark x1="64416" y1="74111" x2="68249" y2="86561"/>
                        <a14:foregroundMark x1="68249" y1="86561" x2="83238" y2="88538"/>
                        <a14:foregroundMark x1="83238" y1="88538" x2="87986" y2="86957"/>
                        <a14:foregroundMark x1="87986" y1="86957" x2="85755" y2="53557"/>
                        <a14:foregroundMark x1="85755" y1="53557" x2="64874" y2="54150"/>
                        <a14:foregroundMark x1="66304" y1="59091" x2="66133" y2="72925"/>
                        <a14:foregroundMark x1="66133" y1="72925" x2="71625" y2="79842"/>
                        <a14:foregroundMark x1="71625" y1="79842" x2="75172" y2="69960"/>
                        <a14:foregroundMark x1="75172" y1="69960" x2="69622" y2="59486"/>
                        <a14:foregroundMark x1="69622" y1="59486" x2="74371" y2="61265"/>
                        <a14:foregroundMark x1="74371" y1="61265" x2="75057" y2="61265"/>
                        <a14:foregroundMark x1="39703" y1="73320" x2="42563" y2="86759"/>
                        <a14:foregroundMark x1="42563" y1="86759" x2="46510" y2="84783"/>
                        <a14:foregroundMark x1="46510" y1="84783" x2="41705" y2="72925"/>
                        <a14:foregroundMark x1="41705" y1="72925" x2="39188" y2="73913"/>
                        <a14:foregroundMark x1="52632" y1="74704" x2="56407" y2="85375"/>
                        <a14:foregroundMark x1="56407" y1="85375" x2="52632" y2="75494"/>
                        <a14:foregroundMark x1="52632" y1="75494" x2="56579" y2="74704"/>
                        <a14:foregroundMark x1="56579" y1="74704" x2="56579" y2="747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796" y="4270426"/>
            <a:ext cx="4887512" cy="165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6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405D66-8FF0-4669-865A-B129C698C7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9"/>
          <a:stretch/>
        </p:blipFill>
        <p:spPr>
          <a:xfrm>
            <a:off x="-26529" y="-18418"/>
            <a:ext cx="12192000" cy="68764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55417C-F47E-4E6A-A650-B45641500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836" y="705153"/>
            <a:ext cx="5574385" cy="3699617"/>
          </a:xfrm>
          <a:prstGeom prst="rect">
            <a:avLst/>
          </a:prstGeom>
        </p:spPr>
      </p:pic>
      <p:pic>
        <p:nvPicPr>
          <p:cNvPr id="46" name="รูปภาพ 14">
            <a:extLst>
              <a:ext uri="{FF2B5EF4-FFF2-40B4-BE49-F238E27FC236}">
                <a16:creationId xmlns:a16="http://schemas.microsoft.com/office/drawing/2014/main" id="{3703DF7E-0136-441B-92B9-FF34CEFDA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62" b="89691" l="3233" r="94612">
                        <a14:foregroundMark x1="2371" y1="6186" x2="3879" y2="80412"/>
                        <a14:foregroundMark x1="3879" y1="80412" x2="22414" y2="95361"/>
                        <a14:foregroundMark x1="22414" y1="95361" x2="38578" y2="95361"/>
                        <a14:foregroundMark x1="38578" y1="95361" x2="74353" y2="94330"/>
                        <a14:foregroundMark x1="74353" y1="94330" x2="89871" y2="96392"/>
                        <a14:foregroundMark x1="89871" y1="96392" x2="94397" y2="60825"/>
                        <a14:foregroundMark x1="94397" y1="60825" x2="93750" y2="26289"/>
                        <a14:foregroundMark x1="93750" y1="26289" x2="73060" y2="2062"/>
                        <a14:foregroundMark x1="73060" y1="2062" x2="3233" y2="4639"/>
                        <a14:foregroundMark x1="90086" y1="3093" x2="94612" y2="75258"/>
                        <a14:foregroundMark x1="94612" y1="75258" x2="90517" y2="36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817" y="4956187"/>
            <a:ext cx="1522631" cy="63661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03B0254-8D9F-4E76-975D-5DDD3168A6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982" y="4344362"/>
            <a:ext cx="428979" cy="268541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1988E36-C3EB-490D-BC7D-088DDA5E43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041" y="6164328"/>
            <a:ext cx="779298" cy="487841"/>
          </a:xfrm>
          <a:prstGeom prst="rect">
            <a:avLst/>
          </a:prstGeom>
        </p:spPr>
      </p:pic>
      <p:sp>
        <p:nvSpPr>
          <p:cNvPr id="55" name="Rectangle 5">
            <a:extLst>
              <a:ext uri="{FF2B5EF4-FFF2-40B4-BE49-F238E27FC236}">
                <a16:creationId xmlns:a16="http://schemas.microsoft.com/office/drawing/2014/main" id="{58DDA5A1-65DC-4B0F-AAA7-D1CAEACE27E9}"/>
              </a:ext>
            </a:extLst>
          </p:cNvPr>
          <p:cNvSpPr/>
          <p:nvPr/>
        </p:nvSpPr>
        <p:spPr>
          <a:xfrm>
            <a:off x="82690" y="68738"/>
            <a:ext cx="710948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 Teams Room </a:t>
            </a:r>
          </a:p>
          <a:p>
            <a:endParaRPr lang="en-US" sz="66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515EA0-615B-4BCD-8A9F-4F60A262B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32" y="739334"/>
            <a:ext cx="5574385" cy="36996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D1B1BF-1C14-4965-92DC-FCA81B9E9692}"/>
              </a:ext>
            </a:extLst>
          </p:cNvPr>
          <p:cNvSpPr txBox="1"/>
          <p:nvPr/>
        </p:nvSpPr>
        <p:spPr>
          <a:xfrm>
            <a:off x="2784577" y="2003502"/>
            <a:ext cx="1837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Content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98926-4A21-452F-A467-92CE93BF5B7E}"/>
              </a:ext>
            </a:extLst>
          </p:cNvPr>
          <p:cNvSpPr txBox="1"/>
          <p:nvPr/>
        </p:nvSpPr>
        <p:spPr>
          <a:xfrm>
            <a:off x="3313350" y="2531585"/>
            <a:ext cx="102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75”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264C77-E446-4977-B9BB-D8047A2ADB66}"/>
              </a:ext>
            </a:extLst>
          </p:cNvPr>
          <p:cNvSpPr txBox="1"/>
          <p:nvPr/>
        </p:nvSpPr>
        <p:spPr>
          <a:xfrm>
            <a:off x="7395918" y="2013554"/>
            <a:ext cx="2008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VDO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66572-E2AC-48F8-AF40-7BEAC023221A}"/>
              </a:ext>
            </a:extLst>
          </p:cNvPr>
          <p:cNvSpPr txBox="1"/>
          <p:nvPr/>
        </p:nvSpPr>
        <p:spPr>
          <a:xfrm>
            <a:off x="7971544" y="2513978"/>
            <a:ext cx="1026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75”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7488E34-7BFF-41C4-9D26-96130415CC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214" y="355818"/>
            <a:ext cx="2651075" cy="175947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6ECEB4-66A2-451C-8D36-8844FB3DD1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752" y="378812"/>
            <a:ext cx="2651075" cy="17594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FB0C79-2A57-471C-A019-22E908367C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194" y="1891132"/>
            <a:ext cx="1092395" cy="10923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5BEE88C-1E67-4676-80C7-067ECB12EF6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043"/>
          <a:stretch/>
        </p:blipFill>
        <p:spPr>
          <a:xfrm>
            <a:off x="-60050" y="3429000"/>
            <a:ext cx="12259042" cy="3429000"/>
          </a:xfrm>
          <a:prstGeom prst="rect">
            <a:avLst/>
          </a:prstGeom>
        </p:spPr>
      </p:pic>
      <p:pic>
        <p:nvPicPr>
          <p:cNvPr id="26" name="รูปภาพ 14">
            <a:extLst>
              <a:ext uri="{FF2B5EF4-FFF2-40B4-BE49-F238E27FC236}">
                <a16:creationId xmlns:a16="http://schemas.microsoft.com/office/drawing/2014/main" id="{46192E6A-8454-4A0C-BD0D-B2C965891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062" b="89691" l="3233" r="94612">
                        <a14:foregroundMark x1="2371" y1="6186" x2="3879" y2="80412"/>
                        <a14:foregroundMark x1="3879" y1="80412" x2="22414" y2="95361"/>
                        <a14:foregroundMark x1="22414" y1="95361" x2="38578" y2="95361"/>
                        <a14:foregroundMark x1="38578" y1="95361" x2="74353" y2="94330"/>
                        <a14:foregroundMark x1="74353" y1="94330" x2="89871" y2="96392"/>
                        <a14:foregroundMark x1="89871" y1="96392" x2="94397" y2="60825"/>
                        <a14:foregroundMark x1="94397" y1="60825" x2="93750" y2="26289"/>
                        <a14:foregroundMark x1="93750" y1="26289" x2="73060" y2="2062"/>
                        <a14:foregroundMark x1="73060" y1="2062" x2="3233" y2="4639"/>
                        <a14:foregroundMark x1="90086" y1="3093" x2="94612" y2="75258"/>
                        <a14:foregroundMark x1="94612" y1="75258" x2="90517" y2="36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685" y="4627624"/>
            <a:ext cx="1246613" cy="52121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9D1C699-F014-4E8B-A6AE-EA33485D30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31" y="4119492"/>
            <a:ext cx="306959" cy="1921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50F5390-7DD1-42A0-A66E-CB894405CF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493" y="6155829"/>
            <a:ext cx="987433" cy="6181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6107EF-565B-43A6-8E2C-D9402443CA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32" y="4812775"/>
            <a:ext cx="570391" cy="3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09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0EECAB-03BC-4CBA-9805-7A854C9B1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87"/>
          <a:stretch/>
        </p:blipFill>
        <p:spPr>
          <a:xfrm>
            <a:off x="190500" y="69587"/>
            <a:ext cx="11010900" cy="6788413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966B99-F028-475F-9FDE-2FA08420DEC3}"/>
              </a:ext>
            </a:extLst>
          </p:cNvPr>
          <p:cNvSpPr/>
          <p:nvPr/>
        </p:nvSpPr>
        <p:spPr>
          <a:xfrm>
            <a:off x="190500" y="88900"/>
            <a:ext cx="88371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Steel Structure Require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3067F7-01F1-464E-A116-48D04BE32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40335" y="4848225"/>
            <a:ext cx="320431" cy="183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FD2416-B673-4A09-AB21-33F9271E06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148" y="5510879"/>
            <a:ext cx="353372" cy="20919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6DA3A2-B85D-4E7A-BD0E-19A54948BE1B}"/>
              </a:ext>
            </a:extLst>
          </p:cNvPr>
          <p:cNvCxnSpPr>
            <a:cxnSpLocks/>
          </p:cNvCxnSpPr>
          <p:nvPr/>
        </p:nvCxnSpPr>
        <p:spPr>
          <a:xfrm flipH="1">
            <a:off x="9553575" y="4257675"/>
            <a:ext cx="1076326" cy="11123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46740F-4DDB-489A-91FD-8C5C2EC35B73}"/>
              </a:ext>
            </a:extLst>
          </p:cNvPr>
          <p:cNvCxnSpPr>
            <a:cxnSpLocks/>
          </p:cNvCxnSpPr>
          <p:nvPr/>
        </p:nvCxnSpPr>
        <p:spPr>
          <a:xfrm flipH="1">
            <a:off x="7860768" y="2343150"/>
            <a:ext cx="2854761" cy="2614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849773-F873-498B-9030-6A87973CB618}"/>
              </a:ext>
            </a:extLst>
          </p:cNvPr>
          <p:cNvSpPr txBox="1"/>
          <p:nvPr/>
        </p:nvSpPr>
        <p:spPr>
          <a:xfrm>
            <a:off x="10596106" y="3919515"/>
            <a:ext cx="1418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  <a:latin typeface="Helvetica" panose="020B0604020202020204" pitchFamily="34" charset="0"/>
              </a:rPr>
              <a:t>จุด </a:t>
            </a:r>
            <a:r>
              <a:rPr lang="en-US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LAN </a:t>
            </a:r>
            <a:endParaRPr lang="th-TH" b="1" dirty="0">
              <a:solidFill>
                <a:srgbClr val="FF0000"/>
              </a:solidFill>
              <a:latin typeface="Helvetica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45C9F9-6538-4357-BF73-E594CD01A002}"/>
              </a:ext>
            </a:extLst>
          </p:cNvPr>
          <p:cNvSpPr txBox="1"/>
          <p:nvPr/>
        </p:nvSpPr>
        <p:spPr>
          <a:xfrm>
            <a:off x="10715529" y="1967545"/>
            <a:ext cx="9717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b="1" dirty="0">
                <a:solidFill>
                  <a:srgbClr val="FF0000"/>
                </a:solidFill>
                <a:latin typeface="Helvetica" panose="020B0604020202020204" pitchFamily="34" charset="0"/>
              </a:rPr>
              <a:t>ปลั๊กไฟ</a:t>
            </a:r>
          </a:p>
        </p:txBody>
      </p:sp>
    </p:spTree>
    <p:extLst>
      <p:ext uri="{BB962C8B-B14F-4D97-AF65-F5344CB8AC3E}">
        <p14:creationId xmlns:p14="http://schemas.microsoft.com/office/powerpoint/2010/main" val="256684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5B17C2A-FCB4-41EF-842F-FD0AE3F43BCB}"/>
              </a:ext>
            </a:extLst>
          </p:cNvPr>
          <p:cNvSpPr/>
          <p:nvPr/>
        </p:nvSpPr>
        <p:spPr>
          <a:xfrm>
            <a:off x="396882" y="737278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dirty="0">
                <a:solidFill>
                  <a:srgbClr val="FFFFFF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Scene Graph in a Conference Room</a:t>
            </a:r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C11CB41A-5A78-4A0D-8272-ED24029D0F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035" y="2109035"/>
            <a:ext cx="2964873" cy="4021283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2D3DA70E-71B8-4E1D-90B4-1C853CCE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96" y="2496511"/>
            <a:ext cx="5774228" cy="38898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24CD60-C6E4-4565-AF70-480ECE21DF3A}"/>
              </a:ext>
            </a:extLst>
          </p:cNvPr>
          <p:cNvSpPr/>
          <p:nvPr/>
        </p:nvSpPr>
        <p:spPr>
          <a:xfrm>
            <a:off x="725714" y="246743"/>
            <a:ext cx="10811022" cy="130486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Scene Graph in a Conference Room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65A17-51BB-438A-B233-08FA5CC8E899}"/>
              </a:ext>
            </a:extLst>
          </p:cNvPr>
          <p:cNvSpPr/>
          <p:nvPr/>
        </p:nvSpPr>
        <p:spPr>
          <a:xfrm>
            <a:off x="1132114" y="1202501"/>
            <a:ext cx="1002937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D9D50-C46F-48EC-85FD-7AE69F15B035}"/>
              </a:ext>
            </a:extLst>
          </p:cNvPr>
          <p:cNvSpPr/>
          <p:nvPr/>
        </p:nvSpPr>
        <p:spPr>
          <a:xfrm>
            <a:off x="6028144" y="2016834"/>
            <a:ext cx="50800" cy="41934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D955E8-83EF-432B-9E08-774206F68F24}"/>
              </a:ext>
            </a:extLst>
          </p:cNvPr>
          <p:cNvSpPr/>
          <p:nvPr/>
        </p:nvSpPr>
        <p:spPr>
          <a:xfrm>
            <a:off x="6105825" y="2016834"/>
            <a:ext cx="50800" cy="41934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2226610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6A4496-727C-400B-8CC8-7DB52F90B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056" y="886433"/>
            <a:ext cx="6858000" cy="6858000"/>
          </a:xfrm>
          <a:prstGeom prst="rect">
            <a:avLst/>
          </a:prstGeom>
        </p:spPr>
      </p:pic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0C2374A9-9DC5-4229-8071-8D80BB972CC3}"/>
              </a:ext>
            </a:extLst>
          </p:cNvPr>
          <p:cNvSpPr/>
          <p:nvPr/>
        </p:nvSpPr>
        <p:spPr>
          <a:xfrm>
            <a:off x="1036827" y="3900986"/>
            <a:ext cx="2826164" cy="1072111"/>
          </a:xfrm>
          <a:prstGeom prst="callout2">
            <a:avLst>
              <a:gd name="adj1" fmla="val 52672"/>
              <a:gd name="adj2" fmla="val 83969"/>
              <a:gd name="adj3" fmla="val 52499"/>
              <a:gd name="adj4" fmla="val 108951"/>
              <a:gd name="adj5" fmla="val 19995"/>
              <a:gd name="adj6" fmla="val 143280"/>
            </a:avLst>
          </a:prstGeom>
          <a:noFill/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Just Plug-and-Play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0FCE58CD-09E1-4BBB-9ED2-864584350584}"/>
              </a:ext>
            </a:extLst>
          </p:cNvPr>
          <p:cNvSpPr/>
          <p:nvPr/>
        </p:nvSpPr>
        <p:spPr>
          <a:xfrm>
            <a:off x="1119974" y="1669364"/>
            <a:ext cx="2826164" cy="1072111"/>
          </a:xfrm>
          <a:prstGeom prst="callout2">
            <a:avLst>
              <a:gd name="adj1" fmla="val 52672"/>
              <a:gd name="adj2" fmla="val 83969"/>
              <a:gd name="adj3" fmla="val 52499"/>
              <a:gd name="adj4" fmla="val 108951"/>
              <a:gd name="adj5" fmla="val 118207"/>
              <a:gd name="adj6" fmla="val 138835"/>
            </a:avLst>
          </a:prstGeom>
          <a:noFill/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                Auto Focus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1CFFCF49-7501-4F8A-ADBE-D4FA467A9BD9}"/>
              </a:ext>
            </a:extLst>
          </p:cNvPr>
          <p:cNvSpPr/>
          <p:nvPr/>
        </p:nvSpPr>
        <p:spPr>
          <a:xfrm>
            <a:off x="2533056" y="817427"/>
            <a:ext cx="2826164" cy="1072111"/>
          </a:xfrm>
          <a:prstGeom prst="callout2">
            <a:avLst>
              <a:gd name="adj1" fmla="val 52672"/>
              <a:gd name="adj2" fmla="val 60111"/>
              <a:gd name="adj3" fmla="val 52499"/>
              <a:gd name="adj4" fmla="val 95650"/>
              <a:gd name="adj5" fmla="val 163867"/>
              <a:gd name="adj6" fmla="val 103540"/>
            </a:avLst>
          </a:prstGeom>
          <a:noFill/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282828"/>
                </a:solidFill>
                <a:latin typeface="Helvetica" panose="020B0604020202020204" pitchFamily="34" charset="0"/>
              </a:rPr>
              <a:t>Ultra-HD 4K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76928DF8-7C62-4BBF-B92D-728C84A159BB}"/>
              </a:ext>
            </a:extLst>
          </p:cNvPr>
          <p:cNvSpPr/>
          <p:nvPr/>
        </p:nvSpPr>
        <p:spPr>
          <a:xfrm>
            <a:off x="8644159" y="3890310"/>
            <a:ext cx="3379371" cy="1072111"/>
          </a:xfrm>
          <a:prstGeom prst="callout2">
            <a:avLst>
              <a:gd name="adj1" fmla="val 54373"/>
              <a:gd name="adj2" fmla="val -4623"/>
              <a:gd name="adj3" fmla="val 55321"/>
              <a:gd name="adj4" fmla="val -25912"/>
              <a:gd name="adj5" fmla="val 3949"/>
              <a:gd name="adj6" fmla="val -59024"/>
            </a:avLst>
          </a:prstGeom>
          <a:noFill/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90° field of view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D7C6F644-5E95-4DD7-A627-7DA6E03F0EEF}"/>
              </a:ext>
            </a:extLst>
          </p:cNvPr>
          <p:cNvSpPr/>
          <p:nvPr/>
        </p:nvSpPr>
        <p:spPr>
          <a:xfrm>
            <a:off x="8722835" y="1045504"/>
            <a:ext cx="3379371" cy="1072111"/>
          </a:xfrm>
          <a:prstGeom prst="callout2">
            <a:avLst>
              <a:gd name="adj1" fmla="val 51530"/>
              <a:gd name="adj2" fmla="val -4022"/>
              <a:gd name="adj3" fmla="val 51530"/>
              <a:gd name="adj4" fmla="val -26213"/>
              <a:gd name="adj5" fmla="val 177759"/>
              <a:gd name="adj6" fmla="val -69585"/>
            </a:avLst>
          </a:prstGeom>
          <a:noFill/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15X HD Zoom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E8E81-1ED3-45BB-A0E6-3995864CCE32}"/>
              </a:ext>
            </a:extLst>
          </p:cNvPr>
          <p:cNvSpPr txBox="1"/>
          <p:nvPr/>
        </p:nvSpPr>
        <p:spPr>
          <a:xfrm>
            <a:off x="1036827" y="173361"/>
            <a:ext cx="917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Logitech Rally Plus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D90A44-4F63-4A17-931F-C596DBBA872E}"/>
              </a:ext>
            </a:extLst>
          </p:cNvPr>
          <p:cNvSpPr txBox="1"/>
          <p:nvPr/>
        </p:nvSpPr>
        <p:spPr>
          <a:xfrm>
            <a:off x="472860" y="977311"/>
            <a:ext cx="2707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8282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Camera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547197-8045-4DB9-9670-6CBF483E09E9}"/>
              </a:ext>
            </a:extLst>
          </p:cNvPr>
          <p:cNvCxnSpPr/>
          <p:nvPr/>
        </p:nvCxnSpPr>
        <p:spPr>
          <a:xfrm>
            <a:off x="575035" y="886433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กล่องข้อความ 10">
            <a:extLst>
              <a:ext uri="{FF2B5EF4-FFF2-40B4-BE49-F238E27FC236}">
                <a16:creationId xmlns:a16="http://schemas.microsoft.com/office/drawing/2014/main" id="{A8C09747-E853-4C64-A397-5BE923199C6D}"/>
              </a:ext>
            </a:extLst>
          </p:cNvPr>
          <p:cNvSpPr txBox="1"/>
          <p:nvPr/>
        </p:nvSpPr>
        <p:spPr>
          <a:xfrm>
            <a:off x="2533056" y="6365784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Datasheet : </a:t>
            </a:r>
            <a:r>
              <a:rPr lang="en-US" dirty="0">
                <a:hlinkClick r:id="rId4"/>
              </a:rPr>
              <a:t>rally-datasheet.pdf (logitech.com)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125240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10" grpId="0" animBg="1"/>
      <p:bldP spid="11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1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กลุ่ม 9">
            <a:extLst>
              <a:ext uri="{FF2B5EF4-FFF2-40B4-BE49-F238E27FC236}">
                <a16:creationId xmlns:a16="http://schemas.microsoft.com/office/drawing/2014/main" id="{EEAA7F48-FEB8-43AB-B80E-93FA5E15D970}"/>
              </a:ext>
            </a:extLst>
          </p:cNvPr>
          <p:cNvGrpSpPr/>
          <p:nvPr/>
        </p:nvGrpSpPr>
        <p:grpSpPr>
          <a:xfrm>
            <a:off x="1063649" y="1498368"/>
            <a:ext cx="4997786" cy="1873097"/>
            <a:chOff x="1063649" y="951613"/>
            <a:chExt cx="4997786" cy="18730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5B17C2A-FCB4-41EF-842F-FD0AE3F43BCB}"/>
                </a:ext>
              </a:extLst>
            </p:cNvPr>
            <p:cNvSpPr/>
            <p:nvPr/>
          </p:nvSpPr>
          <p:spPr>
            <a:xfrm>
              <a:off x="1063649" y="951613"/>
              <a:ext cx="499778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3200" dirty="0">
                  <a:solidFill>
                    <a:srgbClr val="282828"/>
                  </a:solidFill>
                  <a:latin typeface="Helvetica" panose="020B0604020202020204" pitchFamily="34" charset="0"/>
                </a:rPr>
                <a:t>Logitech Rally Table Hub</a:t>
              </a:r>
              <a:endParaRPr lang="th-TH" sz="3200" dirty="0">
                <a:solidFill>
                  <a:srgbClr val="282828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4CE1BD-1D25-49F6-9538-16DB40A48723}"/>
                </a:ext>
              </a:extLst>
            </p:cNvPr>
            <p:cNvSpPr/>
            <p:nvPr/>
          </p:nvSpPr>
          <p:spPr>
            <a:xfrm>
              <a:off x="1098214" y="1501271"/>
              <a:ext cx="439234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solidFill>
                    <a:srgbClr val="282828"/>
                  </a:solidFill>
                  <a:latin typeface="Helvetica" panose="020B0604020202020204" pitchFamily="34" charset="0"/>
                </a:rPr>
                <a:t>The Logitech Rally Table Hub is the connection point for the microphones and the meeting room computer at the table. </a:t>
              </a:r>
            </a:p>
          </p:txBody>
        </p:sp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0AD5EF30-F196-4D64-89F7-526601C9A0FF}"/>
              </a:ext>
            </a:extLst>
          </p:cNvPr>
          <p:cNvSpPr/>
          <p:nvPr/>
        </p:nvSpPr>
        <p:spPr>
          <a:xfrm>
            <a:off x="6789152" y="3920470"/>
            <a:ext cx="53340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82828"/>
                </a:solidFill>
                <a:latin typeface="Helvetica" panose="020B0604020202020204" pitchFamily="34" charset="0"/>
              </a:rPr>
              <a:t>Logitech Rally Display Hub</a:t>
            </a:r>
          </a:p>
          <a:p>
            <a:r>
              <a:rPr lang="en-US" sz="2000" dirty="0">
                <a:solidFill>
                  <a:srgbClr val="282828"/>
                </a:solidFill>
                <a:latin typeface="Helvetica" panose="020B0604020202020204" pitchFamily="34" charset="0"/>
              </a:rPr>
              <a:t>The Logitech Rally Display Hub is the </a:t>
            </a:r>
            <a:r>
              <a:rPr lang="en-US" sz="2000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2000" dirty="0">
                <a:solidFill>
                  <a:srgbClr val="282828"/>
                </a:solidFill>
                <a:latin typeface="Helvetica" panose="020B0604020202020204" pitchFamily="34" charset="0"/>
              </a:rPr>
              <a:t>Connection point for the speakers, HDMI to the displays </a:t>
            </a:r>
            <a:endParaRPr lang="th-TH" sz="2000" dirty="0">
              <a:solidFill>
                <a:srgbClr val="282828"/>
              </a:solidFill>
              <a:latin typeface="Helvetica" panose="020B0604020202020204" pitchFamily="34" charset="0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C78A0611-D696-4252-84CD-C34101CA4333}"/>
              </a:ext>
            </a:extLst>
          </p:cNvPr>
          <p:cNvSpPr txBox="1"/>
          <p:nvPr/>
        </p:nvSpPr>
        <p:spPr>
          <a:xfrm>
            <a:off x="2293848" y="6349659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Datasheet : </a:t>
            </a:r>
            <a:r>
              <a:rPr lang="en-US" dirty="0">
                <a:hlinkClick r:id="rId3"/>
              </a:rPr>
              <a:t>rally-datasheet.pdf (logitech.com)</a:t>
            </a:r>
            <a:endParaRPr lang="th-TH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F9692-AA7A-4C37-A8A9-EA73CA901EC1}"/>
              </a:ext>
            </a:extLst>
          </p:cNvPr>
          <p:cNvSpPr txBox="1"/>
          <p:nvPr/>
        </p:nvSpPr>
        <p:spPr>
          <a:xfrm>
            <a:off x="478949" y="160253"/>
            <a:ext cx="9174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Logitech Rally Plus</a:t>
            </a:r>
          </a:p>
          <a:p>
            <a:r>
              <a:rPr lang="en-US" sz="3200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68C453-21FA-43B8-9A66-BE92794EA78F}"/>
              </a:ext>
            </a:extLst>
          </p:cNvPr>
          <p:cNvCxnSpPr/>
          <p:nvPr/>
        </p:nvCxnSpPr>
        <p:spPr>
          <a:xfrm>
            <a:off x="575035" y="886433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3329202-D970-49D1-9DEE-56EDC8072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035" y="331611"/>
            <a:ext cx="5334001" cy="38832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79CB23-62DE-4B28-B332-58FB35E0D6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64" y="2640041"/>
            <a:ext cx="5850543" cy="425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93046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>
            <a:extLst>
              <a:ext uri="{FF2B5EF4-FFF2-40B4-BE49-F238E27FC236}">
                <a16:creationId xmlns:a16="http://schemas.microsoft.com/office/drawing/2014/main" id="{F318ABFE-9478-4425-BBF5-AF66C51D6950}"/>
              </a:ext>
            </a:extLst>
          </p:cNvPr>
          <p:cNvSpPr/>
          <p:nvPr/>
        </p:nvSpPr>
        <p:spPr>
          <a:xfrm>
            <a:off x="683160" y="3739873"/>
            <a:ext cx="64723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282828"/>
                </a:solidFill>
                <a:latin typeface="Helvetica" panose="020B0604020202020204" pitchFamily="34" charset="0"/>
              </a:rPr>
              <a:t>Logitech MIC POD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The Logitech MIC POD is </a:t>
            </a:r>
            <a:r>
              <a:rPr lang="en-US" sz="1600" dirty="0" err="1">
                <a:solidFill>
                  <a:srgbClr val="282828"/>
                </a:solidFill>
                <a:latin typeface="Helvetica" panose="020B0604020202020204" pitchFamily="34" charset="0"/>
              </a:rPr>
              <a:t>RightSound</a:t>
            </a:r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 Technology and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multiple beamforming elements in every individual mic pod, the audio focus is always automatically on the active speaker. • Range: 15 ft / 4.5m diameter 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Four microphones with eight beamforming elements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Mute button with LED status indicator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F47599F-A487-4A15-B04C-ED83FED18928}"/>
              </a:ext>
            </a:extLst>
          </p:cNvPr>
          <p:cNvSpPr/>
          <p:nvPr/>
        </p:nvSpPr>
        <p:spPr>
          <a:xfrm>
            <a:off x="6454007" y="1027839"/>
            <a:ext cx="552565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282828"/>
                </a:solidFill>
                <a:latin typeface="Helvetica" panose="020B0604020202020204" pitchFamily="34" charset="0"/>
              </a:rPr>
              <a:t>Logitech Rally Speaker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The Logitech Rally Speaker is designed to support up to 2 Rally Speakers for larger rooms with clear audio. Equipped with </a:t>
            </a:r>
            <a:r>
              <a:rPr lang="en-US" sz="1600" dirty="0" err="1">
                <a:solidFill>
                  <a:srgbClr val="282828"/>
                </a:solidFill>
                <a:latin typeface="Helvetica" panose="020B0604020202020204" pitchFamily="34" charset="0"/>
              </a:rPr>
              <a:t>RightSound</a:t>
            </a:r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™ technologies that virtually eliminate distortion, clipping and vibration, the Rally Speaker ensures voices are clearly heard whilst maintaining comfortable volume levels throughout the room.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088CD5-6FB4-4DCC-BE62-D6C7A4F664D2}"/>
              </a:ext>
            </a:extLst>
          </p:cNvPr>
          <p:cNvSpPr txBox="1"/>
          <p:nvPr/>
        </p:nvSpPr>
        <p:spPr>
          <a:xfrm>
            <a:off x="478949" y="160253"/>
            <a:ext cx="917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Logitech Rally Plus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5954AD-A392-4F39-AAFA-D0D2A4F43F0F}"/>
              </a:ext>
            </a:extLst>
          </p:cNvPr>
          <p:cNvCxnSpPr/>
          <p:nvPr/>
        </p:nvCxnSpPr>
        <p:spPr>
          <a:xfrm>
            <a:off x="575035" y="886433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0">
            <a:extLst>
              <a:ext uri="{FF2B5EF4-FFF2-40B4-BE49-F238E27FC236}">
                <a16:creationId xmlns:a16="http://schemas.microsoft.com/office/drawing/2014/main" id="{8410ABC0-36A0-420E-9CC0-2D3492D2B555}"/>
              </a:ext>
            </a:extLst>
          </p:cNvPr>
          <p:cNvSpPr txBox="1"/>
          <p:nvPr/>
        </p:nvSpPr>
        <p:spPr>
          <a:xfrm>
            <a:off x="2293848" y="6349659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Datasheet : </a:t>
            </a:r>
            <a:r>
              <a:rPr lang="en-US" dirty="0">
                <a:hlinkClick r:id="rId3"/>
              </a:rPr>
              <a:t>rally-datasheet.pdf (logitech.com)</a:t>
            </a:r>
            <a:endParaRPr lang="th-T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EC081-9946-4E22-9BE4-92C0232866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98" t="20489" r="9847" b="32477"/>
          <a:stretch/>
        </p:blipFill>
        <p:spPr>
          <a:xfrm>
            <a:off x="575035" y="1187897"/>
            <a:ext cx="5603842" cy="2241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2D2D41-960C-44FE-9D02-01EAEC9B4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070" y="4157723"/>
            <a:ext cx="3019927" cy="18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1049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FEC260E2-9083-45BA-8343-668D1A189E60}"/>
              </a:ext>
            </a:extLst>
          </p:cNvPr>
          <p:cNvSpPr txBox="1"/>
          <p:nvPr/>
        </p:nvSpPr>
        <p:spPr>
          <a:xfrm>
            <a:off x="5918103" y="908014"/>
            <a:ext cx="6096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282828"/>
                </a:solidFill>
                <a:latin typeface="Helvetica" panose="020B0604020202020204" pitchFamily="34" charset="0"/>
              </a:rPr>
              <a:t>Logitech NUC Mini PC</a:t>
            </a:r>
            <a:endParaRPr lang="en-US" dirty="0">
              <a:solidFill>
                <a:srgbClr val="282828"/>
              </a:solidFill>
              <a:latin typeface="Helvetica" panose="020B0604020202020204" pitchFamily="34" charset="0"/>
            </a:endParaRP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Intel® Core™ i5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Memory 16GB (2x8GB)</a:t>
            </a:r>
          </a:p>
          <a:p>
            <a:r>
              <a:rPr lang="th-TH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</a:t>
            </a:r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Storage 250 GB SSD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1 x HDMI 2.0 video output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Bluetooth 5 and Wi-Fi 6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3 x USB 3.1 Type-A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1 x 10/100/1000M Ethernet port</a:t>
            </a:r>
            <a:endParaRPr lang="th-TH" sz="1600" dirty="0">
              <a:solidFill>
                <a:srgbClr val="282828"/>
              </a:solidFill>
              <a:latin typeface="Helvetica" panose="020B0604020202020204" pitchFamily="34" charset="0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51CE9E60-5BF4-40C8-BD39-D1CC1FD2E36B}"/>
              </a:ext>
            </a:extLst>
          </p:cNvPr>
          <p:cNvSpPr txBox="1"/>
          <p:nvPr/>
        </p:nvSpPr>
        <p:spPr>
          <a:xfrm>
            <a:off x="5818909" y="3359490"/>
            <a:ext cx="61951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Datasheet : </a:t>
            </a:r>
            <a:r>
              <a:rPr lang="en-US" sz="2000" dirty="0">
                <a:hlinkClick r:id="rId3"/>
              </a:rPr>
              <a:t>Intel NUC</a:t>
            </a:r>
            <a:endParaRPr lang="th-TH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BA8BF-04F5-4319-B228-BC6DC7576AF8}"/>
              </a:ext>
            </a:extLst>
          </p:cNvPr>
          <p:cNvSpPr txBox="1"/>
          <p:nvPr/>
        </p:nvSpPr>
        <p:spPr>
          <a:xfrm>
            <a:off x="478949" y="160253"/>
            <a:ext cx="9174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Logitech Tab &amp; NUC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C84E72-573F-4D8D-B3ED-597D8D3851EC}"/>
              </a:ext>
            </a:extLst>
          </p:cNvPr>
          <p:cNvCxnSpPr/>
          <p:nvPr/>
        </p:nvCxnSpPr>
        <p:spPr>
          <a:xfrm>
            <a:off x="575035" y="886433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7A3CDBC-DCE6-4A61-BDCF-B2F1684CDF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02" y="4165497"/>
            <a:ext cx="6341078" cy="2776193"/>
          </a:xfrm>
          <a:prstGeom prst="rect">
            <a:avLst/>
          </a:prstGeom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C927455D-616E-4707-B6F1-1DF3820E119E}"/>
              </a:ext>
            </a:extLst>
          </p:cNvPr>
          <p:cNvSpPr/>
          <p:nvPr/>
        </p:nvSpPr>
        <p:spPr>
          <a:xfrm>
            <a:off x="664591" y="3790033"/>
            <a:ext cx="54314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282828"/>
                </a:solidFill>
                <a:latin typeface="Helvetica" panose="020B0604020202020204" pitchFamily="34" charset="0"/>
              </a:rPr>
              <a:t>Logitech TAP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MEETING ROOM TOUCH CONTROLLER FOR VIDEO CONFERENCING ROOM SOLUTIONS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One-touch join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10.1” touch display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HDMI input for content sharing</a:t>
            </a:r>
          </a:p>
          <a:p>
            <a:r>
              <a:rPr lang="en-US" sz="1600" dirty="0">
                <a:solidFill>
                  <a:srgbClr val="282828"/>
                </a:solidFill>
                <a:latin typeface="Helvetica" panose="020B0604020202020204" pitchFamily="34" charset="0"/>
              </a:rPr>
              <a:t>• Built-in motion sensor saves power when idle</a:t>
            </a:r>
          </a:p>
        </p:txBody>
      </p:sp>
      <p:sp>
        <p:nvSpPr>
          <p:cNvPr id="20" name="กล่องข้อความ 10">
            <a:extLst>
              <a:ext uri="{FF2B5EF4-FFF2-40B4-BE49-F238E27FC236}">
                <a16:creationId xmlns:a16="http://schemas.microsoft.com/office/drawing/2014/main" id="{13E811F4-5EBA-40DC-BE36-8B4BB9DE6378}"/>
              </a:ext>
            </a:extLst>
          </p:cNvPr>
          <p:cNvSpPr txBox="1"/>
          <p:nvPr/>
        </p:nvSpPr>
        <p:spPr>
          <a:xfrm>
            <a:off x="863461" y="6241872"/>
            <a:ext cx="35250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Datasheet : </a:t>
            </a:r>
            <a:r>
              <a:rPr lang="en-US" sz="1800" dirty="0">
                <a:hlinkClick r:id="rId5"/>
              </a:rPr>
              <a:t>tap.pdf (logitech.com)</a:t>
            </a:r>
            <a:endParaRPr lang="th-TH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668F60-B70F-4057-9C89-FEF74720A47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1" t="28106" r="21905" b="24612"/>
          <a:stretch/>
        </p:blipFill>
        <p:spPr>
          <a:xfrm>
            <a:off x="1005169" y="1161146"/>
            <a:ext cx="4292545" cy="226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51576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8DA3301-E438-46D0-B966-D93412006D15}"/>
              </a:ext>
            </a:extLst>
          </p:cNvPr>
          <p:cNvSpPr/>
          <p:nvPr/>
        </p:nvSpPr>
        <p:spPr>
          <a:xfrm>
            <a:off x="751433" y="1527587"/>
            <a:ext cx="646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82828"/>
                </a:solidFill>
                <a:latin typeface="Helvetica" panose="020B0604020202020204" pitchFamily="34" charset="0"/>
              </a:rPr>
              <a:t>CYBER POWER UT1500E  </a:t>
            </a:r>
          </a:p>
          <a:p>
            <a:r>
              <a:rPr lang="en-US" sz="1800" dirty="0">
                <a:solidFill>
                  <a:srgbClr val="282828"/>
                </a:solidFill>
                <a:latin typeface="Helvetica" panose="020B0604020202020204" pitchFamily="34" charset="0"/>
              </a:rPr>
              <a:t>VA 1500              Runtime at 90W (min) 60 </a:t>
            </a:r>
          </a:p>
          <a:p>
            <a:r>
              <a:rPr lang="en-US" sz="1800" dirty="0">
                <a:solidFill>
                  <a:srgbClr val="282828"/>
                </a:solidFill>
                <a:latin typeface="Helvetica" panose="020B0604020202020204" pitchFamily="34" charset="0"/>
              </a:rPr>
              <a:t>Watts 900           Output Voltage 230V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43E1DE-AD35-4E5A-92E9-9BB1BB3E391D}"/>
              </a:ext>
            </a:extLst>
          </p:cNvPr>
          <p:cNvSpPr/>
          <p:nvPr/>
        </p:nvSpPr>
        <p:spPr>
          <a:xfrm>
            <a:off x="213550" y="201751"/>
            <a:ext cx="67340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UPS  &amp;  HDMI Splitter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39820B-E450-44A1-BF87-A6AA1C142888}"/>
              </a:ext>
            </a:extLst>
          </p:cNvPr>
          <p:cNvCxnSpPr>
            <a:cxnSpLocks/>
          </p:cNvCxnSpPr>
          <p:nvPr/>
        </p:nvCxnSpPr>
        <p:spPr>
          <a:xfrm>
            <a:off x="0" y="915009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6659B48-9A38-4B81-AA5A-52C0778923EB}"/>
              </a:ext>
            </a:extLst>
          </p:cNvPr>
          <p:cNvSpPr/>
          <p:nvPr/>
        </p:nvSpPr>
        <p:spPr>
          <a:xfrm>
            <a:off x="5345661" y="3998247"/>
            <a:ext cx="6568433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28282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VS482 </a:t>
            </a:r>
            <a:r>
              <a:rPr lang="en-US" sz="3200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 IN 2 OUT</a:t>
            </a:r>
            <a:r>
              <a:rPr lang="en-US" sz="3200" dirty="0">
                <a:solidFill>
                  <a:srgbClr val="282828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</a:p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The VS482 supports up to four HDMI image signal sources and two HDMI output devices (displays) and was specially developed for modern applications in HDTV and A/V receivers. The VS482 supports the HDMI standards and is even suitable for 3D content and the ARC function (Audio Return Channel)</a:t>
            </a:r>
          </a:p>
          <a:p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Datasheet : </a:t>
            </a:r>
            <a:r>
              <a:rPr lang="en-US" sz="1800" dirty="0">
                <a:solidFill>
                  <a:prstClr val="black"/>
                </a:solidFill>
                <a:latin typeface="Helvetica" panose="020B0604020202020204" pitchFamily="34" charset="0"/>
                <a:cs typeface="Helvetica" panose="020B0604020202020204" pitchFamily="34" charset="0"/>
                <a:hlinkClick r:id="rId3"/>
              </a:rPr>
              <a:t>VS482.pdf</a:t>
            </a:r>
            <a:endParaRPr lang="en-US" sz="1800" dirty="0">
              <a:solidFill>
                <a:srgbClr val="282828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026" name="Picture 2" descr="https://www.cyberpower.com/eu/en/File/GetImageByGuid/b7b44cb9-81d6-495f-8195-39eda2503151">
            <a:extLst>
              <a:ext uri="{FF2B5EF4-FFF2-40B4-BE49-F238E27FC236}">
                <a16:creationId xmlns:a16="http://schemas.microsoft.com/office/drawing/2014/main" id="{2CF548E3-0809-4906-816C-920A5DC85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536" y="494138"/>
            <a:ext cx="3882278" cy="388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0FA827-0796-44EC-BAB7-0CABA99F01CC}"/>
              </a:ext>
            </a:extLst>
          </p:cNvPr>
          <p:cNvCxnSpPr>
            <a:cxnSpLocks/>
          </p:cNvCxnSpPr>
          <p:nvPr/>
        </p:nvCxnSpPr>
        <p:spPr>
          <a:xfrm>
            <a:off x="2200275" y="2190750"/>
            <a:ext cx="0" cy="44767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2" descr="ATEN™ 4-Port HDMI Switch with Dual Output [VS482-AT-G] – SysAway">
            <a:extLst>
              <a:ext uri="{FF2B5EF4-FFF2-40B4-BE49-F238E27FC236}">
                <a16:creationId xmlns:a16="http://schemas.microsoft.com/office/drawing/2014/main" id="{004A2F8B-E86B-4220-9454-A428D01F4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5277"/>
            <a:ext cx="5067428" cy="506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639679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8DA3301-E438-46D0-B966-D93412006D15}"/>
              </a:ext>
            </a:extLst>
          </p:cNvPr>
          <p:cNvSpPr/>
          <p:nvPr/>
        </p:nvSpPr>
        <p:spPr>
          <a:xfrm>
            <a:off x="4883153" y="2336393"/>
            <a:ext cx="74294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282828"/>
                </a:solidFill>
                <a:latin typeface="Helvetica" panose="020B0604020202020204" pitchFamily="34" charset="0"/>
              </a:rPr>
              <a:t>Logitech K400 Plus Wireless </a:t>
            </a:r>
          </a:p>
          <a:p>
            <a:r>
              <a:rPr lang="en-US" sz="2400" b="1" dirty="0"/>
              <a:t>Connection Type</a:t>
            </a:r>
            <a:r>
              <a:rPr lang="en-US" sz="2400" dirty="0"/>
              <a:t> </a:t>
            </a:r>
            <a:r>
              <a:rPr lang="en-US" sz="2400" b="1" dirty="0"/>
              <a:t>:</a:t>
            </a:r>
            <a:r>
              <a:rPr lang="en-US" sz="2400" dirty="0"/>
              <a:t> Logitech Unifying protocol (2.4GHz)</a:t>
            </a:r>
          </a:p>
          <a:p>
            <a:r>
              <a:rPr lang="en-US" sz="2400" b="1" dirty="0"/>
              <a:t>Special Keys</a:t>
            </a:r>
            <a:r>
              <a:rPr lang="en-US" sz="2400" dirty="0"/>
              <a:t> </a:t>
            </a:r>
            <a:r>
              <a:rPr lang="en-US" sz="2400" b="1" dirty="0"/>
              <a:t>:</a:t>
            </a:r>
            <a:r>
              <a:rPr lang="en-US" sz="2400" dirty="0"/>
              <a:t> Mute, Volume Down, Volume Up</a:t>
            </a:r>
          </a:p>
          <a:p>
            <a:r>
              <a:rPr lang="en-US" sz="2400" b="1" dirty="0"/>
              <a:t>Connect / Power</a:t>
            </a:r>
            <a:r>
              <a:rPr lang="en-US" sz="2400" dirty="0"/>
              <a:t> </a:t>
            </a:r>
            <a:r>
              <a:rPr lang="en-US" sz="2400" b="1" dirty="0"/>
              <a:t>:</a:t>
            </a:r>
            <a:r>
              <a:rPr lang="en-US" sz="2400" dirty="0"/>
              <a:t> On/Off Switch</a:t>
            </a:r>
          </a:p>
          <a:p>
            <a:r>
              <a:rPr lang="en-US" sz="2400" b="1" dirty="0"/>
              <a:t>Battery Details :</a:t>
            </a:r>
            <a:r>
              <a:rPr lang="en-US" sz="2400" dirty="0"/>
              <a:t> 2 x AA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43E1DE-AD35-4E5A-92E9-9BB1BB3E391D}"/>
              </a:ext>
            </a:extLst>
          </p:cNvPr>
          <p:cNvSpPr/>
          <p:nvPr/>
        </p:nvSpPr>
        <p:spPr>
          <a:xfrm>
            <a:off x="213550" y="201751"/>
            <a:ext cx="51824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Wireless Touch Keyboard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39820B-E450-44A1-BF87-A6AA1C142888}"/>
              </a:ext>
            </a:extLst>
          </p:cNvPr>
          <p:cNvCxnSpPr>
            <a:cxnSpLocks/>
          </p:cNvCxnSpPr>
          <p:nvPr/>
        </p:nvCxnSpPr>
        <p:spPr>
          <a:xfrm>
            <a:off x="0" y="915009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Logitech Wireless Touch Keyboard K400 Plus สีดำ แป้นภาษาไทย/อังกฤษ ของแท้  ประกันศูนย์ 1ปี คีย์บอร์ด ไร้สาย – BLACK">
            <a:extLst>
              <a:ext uri="{FF2B5EF4-FFF2-40B4-BE49-F238E27FC236}">
                <a16:creationId xmlns:a16="http://schemas.microsoft.com/office/drawing/2014/main" id="{9B3A6650-B314-47F9-B65B-B8054CD94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1485">
            <a:off x="196432" y="1737513"/>
            <a:ext cx="4212105" cy="361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กล่องข้อความ 10">
            <a:extLst>
              <a:ext uri="{FF2B5EF4-FFF2-40B4-BE49-F238E27FC236}">
                <a16:creationId xmlns:a16="http://schemas.microsoft.com/office/drawing/2014/main" id="{416F81F3-0871-49D7-87D8-06D9A18C6637}"/>
              </a:ext>
            </a:extLst>
          </p:cNvPr>
          <p:cNvSpPr txBox="1"/>
          <p:nvPr/>
        </p:nvSpPr>
        <p:spPr>
          <a:xfrm>
            <a:off x="4777970" y="4571725"/>
            <a:ext cx="4835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Datasheet : </a:t>
            </a:r>
            <a:r>
              <a:rPr lang="en-US" sz="1800" dirty="0">
                <a:hlinkClick r:id="rId4"/>
              </a:rPr>
              <a:t>Logitech K400.pdf (logitech.com</a:t>
            </a:r>
            <a:r>
              <a:rPr lang="en-US" sz="1800" dirty="0">
                <a:hlinkClick r:id="rId5"/>
              </a:rPr>
              <a:t>)</a:t>
            </a:r>
            <a:endParaRPr lang="th-TH" sz="1800" dirty="0"/>
          </a:p>
        </p:txBody>
      </p:sp>
    </p:spTree>
    <p:extLst>
      <p:ext uri="{BB962C8B-B14F-4D97-AF65-F5344CB8AC3E}">
        <p14:creationId xmlns:p14="http://schemas.microsoft.com/office/powerpoint/2010/main" val="10799751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DC975-A88E-49E2-A684-CE8C45337957}"/>
              </a:ext>
            </a:extLst>
          </p:cNvPr>
          <p:cNvSpPr/>
          <p:nvPr/>
        </p:nvSpPr>
        <p:spPr>
          <a:xfrm>
            <a:off x="213550" y="201751"/>
            <a:ext cx="5238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TV LG 75” Digital Signage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32EA0B-1729-4257-85C9-824762054F02}"/>
              </a:ext>
            </a:extLst>
          </p:cNvPr>
          <p:cNvCxnSpPr/>
          <p:nvPr/>
        </p:nvCxnSpPr>
        <p:spPr>
          <a:xfrm>
            <a:off x="409074" y="902977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2FE9E51F-4176-443C-96A3-F391E7BC1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099" y="786526"/>
            <a:ext cx="8211051" cy="54495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A38C335-BD30-4B20-8028-2518FAAC22D4}"/>
              </a:ext>
            </a:extLst>
          </p:cNvPr>
          <p:cNvSpPr/>
          <p:nvPr/>
        </p:nvSpPr>
        <p:spPr>
          <a:xfrm>
            <a:off x="236077" y="2101594"/>
            <a:ext cx="585992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600" dirty="0">
                <a:solidFill>
                  <a:srgbClr val="282828"/>
                </a:solidFill>
                <a:latin typeface="Helvetica" panose="020B0604020202020204" pitchFamily="34" charset="0"/>
              </a:rPr>
              <a:t>LG 75'' Digital Signage</a:t>
            </a:r>
          </a:p>
          <a:p>
            <a:pPr lvl="0">
              <a:defRPr/>
            </a:pPr>
            <a:r>
              <a:rPr lang="en-US" dirty="0">
                <a:solidFill>
                  <a:srgbClr val="282828"/>
                </a:solidFill>
                <a:latin typeface="Helvetica" panose="020B0604020202020204" pitchFamily="34" charset="0"/>
              </a:rPr>
              <a:t>• 3,840 x 2,160 (UHD)</a:t>
            </a:r>
          </a:p>
          <a:p>
            <a:pPr lvl="0">
              <a:defRPr/>
            </a:pPr>
            <a:r>
              <a:rPr lang="en-US" dirty="0">
                <a:solidFill>
                  <a:srgbClr val="282828"/>
                </a:solidFill>
                <a:latin typeface="Helvetica" panose="020B0604020202020204" pitchFamily="34" charset="0"/>
              </a:rPr>
              <a:t>• Screen Size 75”</a:t>
            </a:r>
          </a:p>
          <a:p>
            <a:pPr lvl="0">
              <a:defRPr/>
            </a:pPr>
            <a:r>
              <a:rPr lang="en-US" dirty="0">
                <a:solidFill>
                  <a:srgbClr val="282828"/>
                </a:solidFill>
                <a:latin typeface="Helvetica" panose="020B0604020202020204" pitchFamily="34" charset="0"/>
              </a:rPr>
              <a:t>• Smart Energy Saving 301 W  </a:t>
            </a:r>
          </a:p>
          <a:p>
            <a:pPr lvl="0">
              <a:defRPr/>
            </a:pPr>
            <a:r>
              <a:rPr lang="en-US" dirty="0">
                <a:solidFill>
                  <a:srgbClr val="282828"/>
                </a:solidFill>
                <a:latin typeface="Helvetica" panose="020B0604020202020204" pitchFamily="34" charset="0"/>
              </a:rPr>
              <a:t>• HDMI x 2 , USB x 2</a:t>
            </a:r>
          </a:p>
          <a:p>
            <a:pPr lvl="0">
              <a:defRPr/>
            </a:pPr>
            <a:endParaRPr lang="en-US" sz="1600" dirty="0">
              <a:solidFill>
                <a:srgbClr val="282828"/>
              </a:solidFill>
              <a:latin typeface="Helvetica" panose="020B0604020202020204" pitchFamily="34" charset="0"/>
            </a:endParaRPr>
          </a:p>
          <a:p>
            <a:endParaRPr lang="en-US" sz="1600" dirty="0">
              <a:solidFill>
                <a:srgbClr val="000000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endParaRPr lang="en-US" sz="1600" b="0" i="0" dirty="0">
              <a:solidFill>
                <a:srgbClr val="000000"/>
              </a:solidFill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4E2E53-EB8E-4B1C-B153-30AD21349778}"/>
              </a:ext>
            </a:extLst>
          </p:cNvPr>
          <p:cNvSpPr/>
          <p:nvPr/>
        </p:nvSpPr>
        <p:spPr>
          <a:xfrm>
            <a:off x="304299" y="475640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Datasheet : </a:t>
            </a:r>
            <a:r>
              <a:rPr lang="nn-NO" sz="1400" dirty="0">
                <a:hlinkClick r:id="rId4"/>
              </a:rPr>
              <a:t>https://www.lg-informationdisplay.com/product/digital-signage/standard/86UR640S-ASIA</a:t>
            </a:r>
            <a:endParaRPr lang="nn-NO" sz="1400" dirty="0"/>
          </a:p>
        </p:txBody>
      </p:sp>
    </p:spTree>
    <p:extLst>
      <p:ext uri="{BB962C8B-B14F-4D97-AF65-F5344CB8AC3E}">
        <p14:creationId xmlns:p14="http://schemas.microsoft.com/office/powerpoint/2010/main" val="294677417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7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7DC975-A88E-49E2-A684-CE8C45337957}"/>
              </a:ext>
            </a:extLst>
          </p:cNvPr>
          <p:cNvSpPr/>
          <p:nvPr/>
        </p:nvSpPr>
        <p:spPr>
          <a:xfrm>
            <a:off x="213550" y="201751"/>
            <a:ext cx="53767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Project Organization Chart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D32EA0B-1729-4257-85C9-824762054F02}"/>
              </a:ext>
            </a:extLst>
          </p:cNvPr>
          <p:cNvCxnSpPr/>
          <p:nvPr/>
        </p:nvCxnSpPr>
        <p:spPr>
          <a:xfrm>
            <a:off x="409074" y="902977"/>
            <a:ext cx="109728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471519-9653-4D6E-EBE2-2FC3B1C5CB0A}"/>
              </a:ext>
            </a:extLst>
          </p:cNvPr>
          <p:cNvSpPr txBox="1"/>
          <p:nvPr/>
        </p:nvSpPr>
        <p:spPr>
          <a:xfrm>
            <a:off x="5030087" y="1643865"/>
            <a:ext cx="1520575" cy="40008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INFINIX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1DC8A2-4E25-A4F5-0D6D-9C097DAF5996}"/>
              </a:ext>
            </a:extLst>
          </p:cNvPr>
          <p:cNvSpPr txBox="1"/>
          <p:nvPr/>
        </p:nvSpPr>
        <p:spPr>
          <a:xfrm>
            <a:off x="2779605" y="2536432"/>
            <a:ext cx="2014365" cy="400088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Sale: </a:t>
            </a:r>
            <a:r>
              <a:rPr lang="en-US" sz="2000" dirty="0" err="1">
                <a:solidFill>
                  <a:schemeClr val="bg1"/>
                </a:solidFill>
              </a:rPr>
              <a:t>K.Natsinee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0B307-9875-7A47-AF41-3E5B27C9D8A5}"/>
              </a:ext>
            </a:extLst>
          </p:cNvPr>
          <p:cNvSpPr txBox="1"/>
          <p:nvPr/>
        </p:nvSpPr>
        <p:spPr>
          <a:xfrm>
            <a:off x="6528811" y="3073694"/>
            <a:ext cx="2171274" cy="707886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Implement Team </a:t>
            </a:r>
          </a:p>
          <a:p>
            <a:r>
              <a:rPr lang="en-US" sz="2000" dirty="0">
                <a:solidFill>
                  <a:schemeClr val="bg1"/>
                </a:solidFill>
              </a:rPr>
              <a:t>Lead: </a:t>
            </a:r>
            <a:r>
              <a:rPr lang="en-US" sz="2000" dirty="0" err="1">
                <a:solidFill>
                  <a:schemeClr val="bg1"/>
                </a:solidFill>
              </a:rPr>
              <a:t>K.Kunanake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9ABFE-32E8-3326-E94B-2B46EE0DA9C0}"/>
              </a:ext>
            </a:extLst>
          </p:cNvPr>
          <p:cNvSpPr txBox="1"/>
          <p:nvPr/>
        </p:nvSpPr>
        <p:spPr>
          <a:xfrm>
            <a:off x="7563209" y="4005495"/>
            <a:ext cx="1633590" cy="400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K.Kunanake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74736-9E3A-F73A-47F5-B1ACC4C00C80}"/>
              </a:ext>
            </a:extLst>
          </p:cNvPr>
          <p:cNvSpPr txBox="1"/>
          <p:nvPr/>
        </p:nvSpPr>
        <p:spPr>
          <a:xfrm>
            <a:off x="7563209" y="4704138"/>
            <a:ext cx="1633590" cy="400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K.Permjirat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6AD143-E49F-96EC-273D-6569E5E13C61}"/>
              </a:ext>
            </a:extLst>
          </p:cNvPr>
          <p:cNvSpPr txBox="1"/>
          <p:nvPr/>
        </p:nvSpPr>
        <p:spPr>
          <a:xfrm>
            <a:off x="7563209" y="5320587"/>
            <a:ext cx="1633590" cy="400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K.Punyapon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C5C152-B0BC-F801-A0D9-C9FC2E05AE83}"/>
              </a:ext>
            </a:extLst>
          </p:cNvPr>
          <p:cNvSpPr txBox="1"/>
          <p:nvPr/>
        </p:nvSpPr>
        <p:spPr>
          <a:xfrm>
            <a:off x="7563209" y="5944139"/>
            <a:ext cx="1633590" cy="400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K.Titiwut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35F53C-FFAB-2FE7-3280-493F119464B0}"/>
              </a:ext>
            </a:extLst>
          </p:cNvPr>
          <p:cNvCxnSpPr>
            <a:stCxn id="3" idx="2"/>
          </p:cNvCxnSpPr>
          <p:nvPr/>
        </p:nvCxnSpPr>
        <p:spPr>
          <a:xfrm>
            <a:off x="5790375" y="2043953"/>
            <a:ext cx="0" cy="1385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83DEC04-742E-2DEE-2837-0300000ACD4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793970" y="2736476"/>
            <a:ext cx="9964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169ECF-E1F8-4E29-05AB-DF14AF63198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5790374" y="3427637"/>
            <a:ext cx="7384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D0B8D3-4C1B-D204-6AA9-EAB9BBD750EB}"/>
              </a:ext>
            </a:extLst>
          </p:cNvPr>
          <p:cNvCxnSpPr>
            <a:cxnSpLocks/>
          </p:cNvCxnSpPr>
          <p:nvPr/>
        </p:nvCxnSpPr>
        <p:spPr>
          <a:xfrm>
            <a:off x="6931152" y="3781580"/>
            <a:ext cx="0" cy="23626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22A2CA0-DF3D-83AE-BC29-1ACF0EECE51D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937420" y="4205541"/>
            <a:ext cx="62578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F409155-0AAD-C294-3E25-2722E2DBCB2F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6931152" y="4904184"/>
            <a:ext cx="63205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4C714CA-6DFE-326E-265C-93EA183F87C5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6931152" y="5520633"/>
            <a:ext cx="63205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0A03EA7-54D3-3578-94D1-9F75EA655852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6931152" y="6144185"/>
            <a:ext cx="632057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9841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57afc3-995e-4746-bddf-935f801426a6">
      <Terms xmlns="http://schemas.microsoft.com/office/infopath/2007/PartnerControls"/>
    </lcf76f155ced4ddcb4097134ff3c332f>
    <TaxCatchAll xmlns="4ec7f795-2eb2-42c8-b93a-577c1bbb078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150B5CA469064B9880FFC811BCB36E" ma:contentTypeVersion="18" ma:contentTypeDescription="Create a new document." ma:contentTypeScope="" ma:versionID="be57eae918ff9716e8f3219aaed3a8e4">
  <xsd:schema xmlns:xsd="http://www.w3.org/2001/XMLSchema" xmlns:xs="http://www.w3.org/2001/XMLSchema" xmlns:p="http://schemas.microsoft.com/office/2006/metadata/properties" xmlns:ns2="4ec7f795-2eb2-42c8-b93a-577c1bbb0789" xmlns:ns3="b557afc3-995e-4746-bddf-935f801426a6" targetNamespace="http://schemas.microsoft.com/office/2006/metadata/properties" ma:root="true" ma:fieldsID="931f56e13ba632554cc51db78ae84246" ns2:_="" ns3:_="">
    <xsd:import namespace="4ec7f795-2eb2-42c8-b93a-577c1bbb0789"/>
    <xsd:import namespace="b557afc3-995e-4746-bddf-935f801426a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c7f795-2eb2-42c8-b93a-577c1bbb07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cdc7519-aac4-4ba0-ba6a-c94471fb7d83}" ma:internalName="TaxCatchAll" ma:showField="CatchAllData" ma:web="4ec7f795-2eb2-42c8-b93a-577c1bbb07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7afc3-995e-4746-bddf-935f801426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d40136c-c3db-485b-beaa-f6caf63375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70D31C-9FDC-4C1B-8905-713E5D7333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5DC551-7150-4674-B00A-778ECF8ABCFE}">
  <ds:schemaRefs>
    <ds:schemaRef ds:uri="http://schemas.microsoft.com/office/2006/documentManagement/types"/>
    <ds:schemaRef ds:uri="http://purl.org/dc/elements/1.1/"/>
    <ds:schemaRef ds:uri="4ec7f795-2eb2-42c8-b93a-577c1bbb0789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b557afc3-995e-4746-bddf-935f801426a6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BC0060F-AE32-4B9A-99E8-6F838AA008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c7f795-2eb2-42c8-b93a-577c1bbb0789"/>
    <ds:schemaRef ds:uri="b557afc3-995e-4746-bddf-935f801426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557</Words>
  <Application>Microsoft Office PowerPoint</Application>
  <PresentationFormat>Widescreen</PresentationFormat>
  <Paragraphs>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Kunanake Lueprasert</dc:creator>
  <cp:lastModifiedBy>Punyapon Sae-Chou</cp:lastModifiedBy>
  <cp:revision>32</cp:revision>
  <dcterms:created xsi:type="dcterms:W3CDTF">2023-12-22T08:09:35Z</dcterms:created>
  <dcterms:modified xsi:type="dcterms:W3CDTF">2024-04-10T08:39:29Z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0x0101005D150B5CA469064B9880FFC811BCB36E</vt:lpwstr>
  </property>
  <property fmtid="{D5CDD505-2E9C-101B-9397-08002B2CF9AE}" pid="3" name="MediaServiceImageTags">
    <vt:lpwstr/>
  </property>
</Properties>
</file>